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walkthrough, not a defence. Data and the two attention tricks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Classical chain deinterleaves first. We want both partitions from the mixed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at the end. First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amplitude panel. Gaps between purple lobes are the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DBSCAN completeness 0.52 on emitters: extra clusters that are internally pure.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attention rather than an O(L)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a Mamba bake-off. Claim the inductive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similarities can fight in the trunk.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two slides are the animations. Let them play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Vanilla already has ToA as a channel. RoPE puts Δt into every query-key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cache skips rebuild, not the quadratic subtract. RoPE is the cheap twin.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RQ1 is yes, with a leftover deinterleaving tail. Mode is already easier in the raw PDWs.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RQ2 is no for deinterleaving alone. RQ3 is yes for time, no for stacking.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recommend Bias for production on this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Stop. Questions. Mamba: not compared. Real data: not scored. Tracks: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gif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7A96"/>
                </a:solidFill>
                <a:latin typeface="Calibri"/>
              </a:rPr>
              <a:t>INTERNAL BRIEFING  ·  SAAB / KTH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>
                <a:solidFill>
                  <a:srgbClr val="142034"/>
                </a:solidFill>
                <a:latin typeface="Calibri"/>
              </a:rPr>
              <a:t>Joint emitter and mode clustering
from mixed PDW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5A687A"/>
                </a:solidFill>
                <a:latin typeface="Calibri"/>
              </a:rPr>
              <a:t>What the data looks like, how the encoder works, and which scores actually moved.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7A96"/>
                </a:solidFill>
                <a:latin typeface="Calibri"/>
              </a:rPr>
              <a:t>Problem   ·   Data   ·   Encoder   ·   RoPE / bias   ·  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Markus Johnson Swegmark
Supervisors: Alexander Karlsson, Elin Ohlman (Saab)  ·  Saikat Chatterjee (KTH)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42034"/>
                </a:solidFill>
                <a:latin typeface="Calibri"/>
              </a:rPr>
              <a:t>One mixed stream, two partitions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640080"/>
            <a:ext cx="7989362" cy="2478024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terleaved_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13232"/>
            <a:ext cx="7843058" cy="2331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3246120"/>
            <a:ext cx="5486400" cy="288036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C45A20"/>
                </a:solidFill>
                <a:latin typeface="Calibri"/>
              </a:rPr>
              <a:t>Emitter  ·  deinterleaving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88620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794760"/>
            <a:ext cx="4818888" cy="5760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IDs unique only inside this recording.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38912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297680"/>
            <a:ext cx="4818888" cy="5760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Unknown how many platforms are present.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89204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800600"/>
            <a:ext cx="4818888" cy="5760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We recover a partition, not a name.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46120"/>
            <a:ext cx="5486400" cy="288036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38328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A7A96"/>
                </a:solidFill>
                <a:latin typeface="Calibri"/>
              </a:rPr>
              <a:t>Mode  ·  operating schedule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388620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3794760"/>
            <a:ext cx="4818888" cy="5760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19-type catalogue, shared across recordings.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438912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4297680"/>
            <a:ext cx="4818888" cy="5760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Same mode can sit on several emitters.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489204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4800600"/>
            <a:ext cx="4818888" cy="5760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Inference still clusters — no catalogue softmax.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42034"/>
                </a:solidFill>
                <a:latin typeface="Calibri"/>
              </a:rPr>
              <a:t>Three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97280" cy="438912"/>
          </a:xfrm>
          <a:prstGeom prst="roundRect">
            <a:avLst>
              <a:gd name="adj" fmla="val 20000"/>
            </a:avLst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53896"/>
            <a:ext cx="10972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325880"/>
            <a:ext cx="92354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42034"/>
                </a:solidFill>
                <a:latin typeface="Calibri"/>
              </a:rPr>
              <a:t>Can a transformer deinterleave pulses and recover modes by clustering a window of PDWs?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1097280" cy="438912"/>
          </a:xfrm>
          <a:prstGeom prst="roundRect">
            <a:avLst>
              <a:gd name="adj" fmla="val 20000"/>
            </a:avLst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08376"/>
            <a:ext cx="10972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880360"/>
            <a:ext cx="92354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42034"/>
                </a:solidFill>
                <a:latin typeface="Calibri"/>
              </a:rPr>
              <a:t>Does training both jobs together beat training deinterleaving alone?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6908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526280"/>
            <a:ext cx="1097280" cy="438912"/>
          </a:xfrm>
          <a:prstGeom prst="roundRect">
            <a:avLst>
              <a:gd name="adj" fmla="val 20000"/>
            </a:avLst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62856"/>
            <a:ext cx="10972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434840"/>
            <a:ext cx="923544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42034"/>
                </a:solidFill>
                <a:latin typeface="Calibri"/>
              </a:rPr>
              <a:t>Does a pairwise physical bias, or rotary encoding of pulse coordinates, actually help?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42034"/>
                </a:solidFill>
                <a:latin typeface="Calibri"/>
              </a:rPr>
              <a:t>Dense lock-on versus sparse scan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40080"/>
            <a:ext cx="2788920" cy="77724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76656"/>
            <a:ext cx="2606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0A7A96"/>
                </a:solidFill>
                <a:latin typeface="Calibri"/>
              </a:rPr>
              <a:t>L = 2000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24128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87A"/>
                </a:solidFill>
                <a:latin typeface="Calibri"/>
              </a:rPr>
              <a:t>pulses /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640080"/>
            <a:ext cx="2788920" cy="77724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676656"/>
            <a:ext cx="2606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0A7A96"/>
                </a:solidFill>
                <a:latin typeface="Calibri"/>
              </a:rPr>
              <a:t>1 169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024128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87A"/>
                </a:solidFill>
                <a:latin typeface="Calibri"/>
              </a:rPr>
              <a:t>test windows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640080"/>
            <a:ext cx="2788920" cy="77724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676656"/>
            <a:ext cx="2606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0A7A96"/>
                </a:solidFill>
                <a:latin typeface="Calibri"/>
              </a:rPr>
              <a:t>~3 / ~6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024128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87A"/>
                </a:solidFill>
                <a:latin typeface="Calibri"/>
              </a:rPr>
              <a:t>emitters / modes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640080"/>
            <a:ext cx="2788920" cy="77724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676656"/>
            <a:ext cx="2606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0A7A96"/>
                </a:solidFill>
                <a:latin typeface="Calibri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024128"/>
            <a:ext cx="2606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687A"/>
                </a:solidFill>
                <a:latin typeface="Calibri"/>
              </a:rPr>
              <a:t>mode types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" y="1481328"/>
            <a:ext cx="7004304" cy="4696072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eat_w100_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6858000" cy="4549768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7498079" y="178308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1" y="1691640"/>
            <a:ext cx="404164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Orange: lock-on, low PRI, fills the window.</a:t>
            </a:r>
          </a:p>
        </p:txBody>
      </p:sp>
      <p:sp>
        <p:nvSpPr>
          <p:cNvPr id="21" name="Oval 20"/>
          <p:cNvSpPr/>
          <p:nvPr/>
        </p:nvSpPr>
        <p:spPr>
          <a:xfrm>
            <a:off x="7498079" y="2441448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1" y="2350008"/>
            <a:ext cx="404164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Purple: scanning. Only seen when the beam sweeps the receiver.</a:t>
            </a:r>
          </a:p>
        </p:txBody>
      </p:sp>
      <p:sp>
        <p:nvSpPr>
          <p:cNvPr id="23" name="Oval 22"/>
          <p:cNvSpPr/>
          <p:nvPr/>
        </p:nvSpPr>
        <p:spPr>
          <a:xfrm>
            <a:off x="7498079" y="3099816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4111" y="3008376"/>
            <a:ext cx="404164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Amplitude is the giveaway — lobes, not a line.</a:t>
            </a:r>
          </a:p>
        </p:txBody>
      </p:sp>
      <p:sp>
        <p:nvSpPr>
          <p:cNvPr id="25" name="Oval 24"/>
          <p:cNvSpPr/>
          <p:nvPr/>
        </p:nvSpPr>
        <p:spPr>
          <a:xfrm>
            <a:off x="7498079" y="3758184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1" y="3666744"/>
            <a:ext cx="404164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Scan period 2–5 s, so one window may contain a single lobe.</a:t>
            </a:r>
          </a:p>
        </p:txBody>
      </p:sp>
      <p:sp>
        <p:nvSpPr>
          <p:cNvPr id="27" name="Oval 26"/>
          <p:cNvSpPr/>
          <p:nvPr/>
        </p:nvSpPr>
        <p:spPr>
          <a:xfrm>
            <a:off x="7498079" y="4416552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54111" y="4325112"/>
            <a:ext cx="404164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A density clusterer on RF/PW ignores the sparse class.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42034"/>
                </a:solidFill>
                <a:latin typeface="Calibri"/>
              </a:rPr>
              <a:t>Slow scans and lock-on floods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566928"/>
            <a:ext cx="5815584" cy="3907445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eat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5669280" cy="376114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90488" y="566928"/>
            <a:ext cx="5678424" cy="381645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at_im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640080"/>
            <a:ext cx="5532120" cy="36701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074920"/>
            <a:ext cx="55778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42034"/>
                </a:solidFill>
                <a:latin typeface="Calibri"/>
              </a:rPr>
              <a:t>Left: one scanning mode. Incidence drifts; amplitude follows the beam. Density methods oversplit a smear.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074920"/>
            <a:ext cx="54864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42034"/>
                </a:solidFill>
                <a:latin typeface="Calibri"/>
              </a:rPr>
              <a:t>Right: 3 pulses vs 1997 in the same window. One lock-on, one long PRI or mid-scan. A 3-pulse train is a poor later mode input.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42034"/>
                </a:solidFill>
                <a:latin typeface="Calibri"/>
              </a:rPr>
              <a:t>Crowded mixtures: RF and PW are not unique IDs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" y="612648"/>
            <a:ext cx="7004304" cy="4696072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eat_maxemit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85800"/>
            <a:ext cx="6858000" cy="454976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498079" y="100584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54111" y="914400"/>
            <a:ext cx="404164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Several platforms share frequency and pulse-width bands.</a:t>
            </a:r>
          </a:p>
        </p:txBody>
      </p:sp>
      <p:sp>
        <p:nvSpPr>
          <p:cNvPr id="9" name="Oval 8"/>
          <p:cNvSpPr/>
          <p:nvPr/>
        </p:nvSpPr>
        <p:spPr>
          <a:xfrm>
            <a:off x="7498079" y="1719072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1" y="1627632"/>
            <a:ext cx="404164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Lock-on (flat) sits next to scan (curves).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2432304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1" y="2340864"/>
            <a:ext cx="404164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Timing structure is the remaining cue.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3145536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1" y="3054096"/>
            <a:ext cx="404164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This is the Vanilla emitter tail: about one window in ten.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3858768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1" y="3767328"/>
            <a:ext cx="404164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All-pairs attention is the bet: sparse trains have to find each other across a flood.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42034"/>
                </a:solidFill>
                <a:latin typeface="Calibri"/>
              </a:rPr>
              <a:t>L pulses in, L embeddings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12648"/>
            <a:ext cx="6272784" cy="3040889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lex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85800"/>
            <a:ext cx="6126480" cy="289458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766560" y="91440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22592" y="822960"/>
            <a:ext cx="477316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Self-attention: every pulse scores every other pulse. That mix is deinterleaving.</a:t>
            </a:r>
          </a:p>
        </p:txBody>
      </p:sp>
      <p:sp>
        <p:nvSpPr>
          <p:cNvPr id="9" name="Oval 8"/>
          <p:cNvSpPr/>
          <p:nvPr/>
        </p:nvSpPr>
        <p:spPr>
          <a:xfrm>
            <a:off x="6766560" y="1536192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22592" y="1444752"/>
            <a:ext cx="477316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Cost is O(L²), so we window at L = 2000 rather than the whole recording.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0" y="2157984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2066544"/>
            <a:ext cx="477316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LSTM is O(L), but a hidden state has to carry a 3-pulse train across a lock-on flood.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779776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2688336"/>
            <a:ext cx="477316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Mamba / SSMs compress the past into a state. Pairwise “same PRI train?” is a comparison, not a state update.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3401568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3310128"/>
            <a:ext cx="477316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We did not bake off Mamba. The bet is that paying L² is worth it when the physics is pairwise.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402336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3931920"/>
            <a:ext cx="477316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Then DBSCAN on the embeddings. Cluster IDs are local to the window.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42034"/>
                </a:solidFill>
                <a:latin typeface="Calibri"/>
              </a:rPr>
              <a:t>Shared trunk, two heads, two positive 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12648"/>
            <a:ext cx="7187184" cy="3834384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y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85800"/>
            <a:ext cx="7040880" cy="36880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589520" y="96012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45552" y="868680"/>
            <a:ext cx="395020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~16 M parameters. Width 256, 8 heads.</a:t>
            </a:r>
          </a:p>
        </p:txBody>
      </p:sp>
      <p:sp>
        <p:nvSpPr>
          <p:cNvPr id="9" name="Oval 8"/>
          <p:cNvSpPr/>
          <p:nvPr/>
        </p:nvSpPr>
        <p:spPr>
          <a:xfrm>
            <a:off x="7589520" y="1581912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1490472"/>
            <a:ext cx="395020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Emitter loss: same recording-local ID.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0" y="2203704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2112264"/>
            <a:ext cx="395020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Mode loss: same global catalogue label.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2825496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2734056"/>
            <a:ext cx="395020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Same contrastive kernel. Only the positive set changes.</a:t>
            </a:r>
          </a:p>
        </p:txBody>
      </p:sp>
      <p:sp>
        <p:nvSpPr>
          <p:cNvPr id="15" name="Oval 14"/>
          <p:cNvSpPr/>
          <p:nvPr/>
        </p:nvSpPr>
        <p:spPr>
          <a:xfrm>
            <a:off x="7589520" y="3447288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3355848"/>
            <a:ext cx="395020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Joint training is the unweighted sum.</a:t>
            </a:r>
          </a:p>
        </p:txBody>
      </p:sp>
      <p:sp>
        <p:nvSpPr>
          <p:cNvPr id="17" name="Oval 16"/>
          <p:cNvSpPr/>
          <p:nvPr/>
        </p:nvSpPr>
        <p:spPr>
          <a:xfrm>
            <a:off x="7589520" y="406908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3977640"/>
            <a:ext cx="395020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DBSCAN at inference. Not in the loss.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42034"/>
                </a:solidFill>
                <a:latin typeface="Calibri"/>
              </a:rPr>
              <a:t>Two ways to put physics into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22960"/>
            <a:ext cx="5486400" cy="521208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0A7A96"/>
                </a:solidFill>
                <a:latin typeface="Calibri"/>
              </a:rPr>
              <a:t>RoPE-TOA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60020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508760"/>
            <a:ext cx="477316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Rotate Q and K by window-local ToA.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58568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67128"/>
            <a:ext cx="477316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The score is a dot product, so the enclosed angle matters.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916936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25496"/>
            <a:ext cx="477316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Only the relative rotation R(Δt) enters the product.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575304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483864"/>
            <a:ext cx="477316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No extra weights. Encoder ~2.5 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822960"/>
            <a:ext cx="5486400" cy="521208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0058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C45A20"/>
                </a:solidFill>
                <a:latin typeface="Calibri"/>
              </a:rPr>
              <a:t>Physical bias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160020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1508760"/>
            <a:ext cx="477316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Build B_ij = |p_i − p_j| from ToA and incidence.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2258568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2167128"/>
            <a:ext cx="477316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Scale by learned λ, subtract from the attention matrix A.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0" y="2916936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2825496"/>
            <a:ext cx="477316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Same emitter scores as RoPE-TOA.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3575304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3483864"/>
            <a:ext cx="477316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42034"/>
                </a:solidFill>
                <a:latin typeface="Calibri"/>
              </a:rPr>
              <a:t>Encoder ~32 ms. Extra L×L maps in every head.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42034"/>
                </a:solidFill>
                <a:latin typeface="Calibri"/>
              </a:rPr>
              <a:t>RoPE-TOA  ·  the score is the rotated dot product</a:t>
            </a:r>
          </a:p>
        </p:txBody>
      </p:sp>
      <p:pic>
        <p:nvPicPr>
          <p:cNvPr id="5" name="Picture 4" descr="RoPEToA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30352"/>
            <a:ext cx="7955279" cy="44805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549640" y="77724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5672" y="685800"/>
            <a:ext cx="303580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42034"/>
                </a:solidFill>
                <a:latin typeface="Calibri"/>
              </a:rPr>
              <a:t>q · k = cos φ.</a:t>
            </a:r>
          </a:p>
        </p:txBody>
      </p:sp>
      <p:sp>
        <p:nvSpPr>
          <p:cNvPr id="8" name="Oval 7"/>
          <p:cNvSpPr/>
          <p:nvPr/>
        </p:nvSpPr>
        <p:spPr>
          <a:xfrm>
            <a:off x="8549640" y="1399032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5672" y="1307592"/>
            <a:ext cx="303580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42034"/>
                </a:solidFill>
                <a:latin typeface="Calibri"/>
              </a:rPr>
              <a:t>Rotate each by its own ToA.</a:t>
            </a:r>
          </a:p>
        </p:txBody>
      </p:sp>
      <p:sp>
        <p:nvSpPr>
          <p:cNvPr id="10" name="Oval 9"/>
          <p:cNvSpPr/>
          <p:nvPr/>
        </p:nvSpPr>
        <p:spPr>
          <a:xfrm>
            <a:off x="8549640" y="2020824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5672" y="1929384"/>
            <a:ext cx="303580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42034"/>
                </a:solidFill>
                <a:latin typeface="Calibri"/>
              </a:rPr>
              <a:t>New angle: φ + Δt · ω.</a:t>
            </a:r>
          </a:p>
        </p:txBody>
      </p:sp>
      <p:sp>
        <p:nvSpPr>
          <p:cNvPr id="12" name="Oval 11"/>
          <p:cNvSpPr/>
          <p:nvPr/>
        </p:nvSpPr>
        <p:spPr>
          <a:xfrm>
            <a:off x="8549640" y="2642616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2551176"/>
            <a:ext cx="303580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42034"/>
                </a:solidFill>
                <a:latin typeface="Calibri"/>
              </a:rPr>
              <a:t>Close in time → small extra twist, high score.</a:t>
            </a:r>
          </a:p>
        </p:txBody>
      </p:sp>
      <p:sp>
        <p:nvSpPr>
          <p:cNvPr id="14" name="Oval 13"/>
          <p:cNvSpPr/>
          <p:nvPr/>
        </p:nvSpPr>
        <p:spPr>
          <a:xfrm>
            <a:off x="8549640" y="3264408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5672" y="3172968"/>
            <a:ext cx="303580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42034"/>
                </a:solidFill>
                <a:latin typeface="Calibri"/>
              </a:rPr>
              <a:t>Far in time → larger twist, lower score.</a:t>
            </a:r>
          </a:p>
        </p:txBody>
      </p:sp>
      <p:sp>
        <p:nvSpPr>
          <p:cNvPr id="16" name="Oval 15"/>
          <p:cNvSpPr/>
          <p:nvPr/>
        </p:nvSpPr>
        <p:spPr>
          <a:xfrm>
            <a:off x="8549640" y="388620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672" y="3794760"/>
            <a:ext cx="3035808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42034"/>
                </a:solidFill>
                <a:latin typeface="Calibri"/>
              </a:rPr>
              <a:t>GIF loops. Prefer the MP4, play once.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42034"/>
                </a:solidFill>
                <a:latin typeface="Calibri"/>
              </a:rPr>
              <a:t>Physical bias  ·  learned λ on delta maps, subtracted from A</a:t>
            </a:r>
          </a:p>
        </p:txBody>
      </p:sp>
      <p:pic>
        <p:nvPicPr>
          <p:cNvPr id="5" name="Picture 4" descr="PhysicalBia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30352"/>
            <a:ext cx="7955279" cy="44805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549640" y="77724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5672" y="685800"/>
            <a:ext cx="303580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42034"/>
                </a:solidFill>
                <a:latin typeface="Calibri"/>
              </a:rPr>
              <a:t>|ΔToA| and |Δ incidence| from the inputs.</a:t>
            </a:r>
          </a:p>
        </p:txBody>
      </p:sp>
      <p:sp>
        <p:nvSpPr>
          <p:cNvPr id="8" name="Oval 7"/>
          <p:cNvSpPr/>
          <p:nvPr/>
        </p:nvSpPr>
        <p:spPr>
          <a:xfrm>
            <a:off x="8549640" y="1435608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5672" y="1344168"/>
            <a:ext cx="303580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42034"/>
                </a:solidFill>
                <a:latin typeface="Calibri"/>
              </a:rPr>
              <a:t>λ_t, λ_x: one scalar per head.</a:t>
            </a:r>
          </a:p>
        </p:txBody>
      </p:sp>
      <p:sp>
        <p:nvSpPr>
          <p:cNvPr id="10" name="Oval 9"/>
          <p:cNvSpPr/>
          <p:nvPr/>
        </p:nvSpPr>
        <p:spPr>
          <a:xfrm>
            <a:off x="8549640" y="2093976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5672" y="2002536"/>
            <a:ext cx="303580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42034"/>
                </a:solidFill>
                <a:latin typeface="Calibri"/>
              </a:rPr>
              <a:t>Bias λB is subtracted from vanilla A.</a:t>
            </a:r>
          </a:p>
        </p:txBody>
      </p:sp>
      <p:sp>
        <p:nvSpPr>
          <p:cNvPr id="12" name="Oval 11"/>
          <p:cNvSpPr/>
          <p:nvPr/>
        </p:nvSpPr>
        <p:spPr>
          <a:xfrm>
            <a:off x="8549640" y="2752344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2660904"/>
            <a:ext cx="303580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42034"/>
                </a:solidFill>
                <a:latin typeface="Calibri"/>
              </a:rPr>
              <a:t>Same-direction, nearby pulses stay bright.</a:t>
            </a:r>
          </a:p>
        </p:txBody>
      </p:sp>
      <p:sp>
        <p:nvSpPr>
          <p:cNvPr id="14" name="Oval 13"/>
          <p:cNvSpPr/>
          <p:nvPr/>
        </p:nvSpPr>
        <p:spPr>
          <a:xfrm>
            <a:off x="8549640" y="3410712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5672" y="3319272"/>
            <a:ext cx="3035808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42034"/>
                </a:solidFill>
                <a:latin typeface="Calibri"/>
              </a:rPr>
              <a:t>Maps are L×L. That is the bill.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42034"/>
                </a:solidFill>
                <a:latin typeface="Calibri"/>
              </a:rPr>
              <a:t>Vanilla already works on most windows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566928"/>
            <a:ext cx="6867144" cy="3704706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ist_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6720840" cy="355840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315200" y="86868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71232" y="777240"/>
            <a:ext cx="422452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Feature DBSCAN emitter ARI 0.58, ~7 extra clusters. Completeness 0.52.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1581912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71232" y="1490472"/>
            <a:ext cx="422452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Vanilla joint: 0.95 emitter, 0.99 mode.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2295144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71232" y="2203704"/>
            <a:ext cx="422452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88% of windows ≥ 0.99. About 1 in 10 below 0.90. That tail is the story.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3008376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2" y="2916936"/>
            <a:ext cx="422452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RoPE-TOA and Bias stay down until just below 1. None below 0.90.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3721608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2" y="3630168"/>
            <a:ext cx="4224528" cy="7863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Stacking them is worse than Vanilla (57% vs 88% at ≥ 0.99).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42034"/>
                </a:solidFill>
                <a:latin typeface="Calibri"/>
              </a:rPr>
              <a:t>Joint is a tax on Vanilla. Time in attention removes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566928"/>
            <a:ext cx="5815584" cy="3420113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joint_t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5669280" cy="327380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44768" y="566928"/>
            <a:ext cx="5724144" cy="2968034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mitter_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640080"/>
            <a:ext cx="5577840" cy="28217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937760"/>
            <a:ext cx="112471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Left: emitter-only Vanilla hits 0.999; joint drops to 0.948. Modes do not pay. Right: RoPE-TOA and Bias close the tail (ARI 1.000). An emitter-only RoPE-TOA copy matches joint RoPE-TOA — the tax is a Vanilla problem. RoPE-az 0.973. Stacking the two time devices scores below Vanilla.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42034"/>
                </a:solidFill>
                <a:latin typeface="Calibri"/>
              </a:rPr>
              <a:t>Same scores, different bills — and what to do with that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566928"/>
            <a:ext cx="6089904" cy="3479967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ncod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5943600" cy="3333663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537960" y="77724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93992" y="685800"/>
            <a:ext cx="49560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RoPE-TOA: +0.9 ms vs Vanilla. Same parameter count.</a:t>
            </a:r>
          </a:p>
        </p:txBody>
      </p:sp>
      <p:sp>
        <p:nvSpPr>
          <p:cNvPr id="9" name="Oval 8"/>
          <p:cNvSpPr/>
          <p:nvPr/>
        </p:nvSpPr>
        <p:spPr>
          <a:xfrm>
            <a:off x="6537960" y="1344168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1252728"/>
            <a:ext cx="49560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Bias: ~32 ms encoder. DBSCAN ~55 ms dominates Vanilla and RoPE.</a:t>
            </a:r>
          </a:p>
        </p:txBody>
      </p:sp>
      <p:sp>
        <p:nvSpPr>
          <p:cNvPr id="11" name="Oval 10"/>
          <p:cNvSpPr/>
          <p:nvPr/>
        </p:nvSpPr>
        <p:spPr>
          <a:xfrm>
            <a:off x="6537960" y="1911096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1819656"/>
            <a:ext cx="49560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Both partitions from the mixed window → joint RoPE-TOA. Do not stack the bias.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478024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2386584"/>
            <a:ext cx="49560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Deinterleaving only → emitter-only Vanilla is already at the ceiling.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3044952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2953512"/>
            <a:ext cx="49560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Cluster IDs die at the window edge. Tracks need a later association.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3611880"/>
            <a:ext cx="109728" cy="109728"/>
          </a:xfrm>
          <a:prstGeom prst="ellipse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3520440"/>
            <a:ext cx="49560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42034"/>
                </a:solidFill>
                <a:latin typeface="Calibri"/>
              </a:rPr>
              <a:t>Synthetic. Held-out modulations and operational data are not scored.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42034"/>
                </a:solidFill>
                <a:latin typeface="Calibri"/>
              </a:rPr>
              <a:t>In one breath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1440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97280" cy="438912"/>
          </a:xfrm>
          <a:prstGeom prst="roundRect">
            <a:avLst>
              <a:gd name="adj" fmla="val 20000"/>
            </a:avLst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16736"/>
            <a:ext cx="10972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207008"/>
            <a:ext cx="9281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42034"/>
                </a:solidFill>
                <a:latin typeface="Calibri"/>
              </a:rPr>
              <a:t>Yes. Vanilla recovers both partitions on most windows. Feature DBSCAN does not.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97280" cy="438912"/>
          </a:xfrm>
          <a:prstGeom prst="roundRect">
            <a:avLst>
              <a:gd name="adj" fmla="val 20000"/>
            </a:avLst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42616"/>
            <a:ext cx="10972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32888"/>
            <a:ext cx="9281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42034"/>
                </a:solidFill>
                <a:latin typeface="Calibri"/>
              </a:rPr>
              <a:t>No, if you only need deinterleaving. Joint taxes emitters on Vanilla. RoPE-TOA does not pay that tax.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97280" cy="438912"/>
          </a:xfrm>
          <a:prstGeom prst="roundRect">
            <a:avLst>
              <a:gd name="adj" fmla="val 20000"/>
            </a:avLst>
          </a:prstGeom>
          <a:solidFill>
            <a:srgbClr val="0A7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68496"/>
            <a:ext cx="10972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858768"/>
            <a:ext cx="9281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42034"/>
                </a:solidFill>
                <a:latin typeface="Calibri"/>
              </a:rPr>
              <a:t>Yes for time. RoPE-TOA or the pairwise bias close the emitter tail. Stacking them does not. RoPE is the one you want.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10642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7A"/>
                </a:solidFill>
                <a:latin typeface="Calibri"/>
              </a:rPr>
              <a:t>The data is unbalanced because physics is: lock-on versus a 2–5 s scan, low PRI versus high PRI. Attention is expensive because associating non-adjacent pulses is an all-pairs question. Putting time into that product closed the last errors.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9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28816"/>
            <a:ext cx="93268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87A"/>
                </a:solidFill>
                <a:latin typeface="Calibri"/>
              </a:rPr>
              <a:t>Internal briefing  ·  Saab  ·  KTH master's thesis  ·  Markus Johnson Swegmark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528816"/>
            <a:ext cx="960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5A687A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